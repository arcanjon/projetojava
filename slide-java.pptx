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>
          <a:xfrm>
            <a:off x="309559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tângulo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tângulo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tângulo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56" name="Retângulo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tângulo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tângulo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tângulo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vre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orma livre 14"/>
          <p:cNvSpPr>
            <a:spLocks/>
          </p:cNvSpPr>
          <p:nvPr/>
        </p:nvSpPr>
        <p:spPr bwMode="auto">
          <a:xfrm>
            <a:off x="373967" y="1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orma livre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orma livre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orma livre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orma livre 18"/>
          <p:cNvSpPr>
            <a:spLocks/>
          </p:cNvSpPr>
          <p:nvPr/>
        </p:nvSpPr>
        <p:spPr bwMode="auto">
          <a:xfrm>
            <a:off x="5948365" y="4246564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orma livre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orma livre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orma livre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orma livre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orma livre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orma livre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orma livre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orma livre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06903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363160" y="402265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6901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 flipH="1">
            <a:off x="37153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tângulo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tângulo 9"/>
          <p:cNvSpPr/>
          <p:nvPr/>
        </p:nvSpPr>
        <p:spPr>
          <a:xfrm flipH="1">
            <a:off x="448451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H="1">
            <a:off x="476703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tângulo 11"/>
          <p:cNvSpPr/>
          <p:nvPr/>
        </p:nvSpPr>
        <p:spPr>
          <a:xfrm>
            <a:off x="500479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64344" y="17705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55344" y="17705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0" y="402266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1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1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87791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tângulo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tângulo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tângulo 19"/>
          <p:cNvSpPr/>
          <p:nvPr/>
        </p:nvSpPr>
        <p:spPr>
          <a:xfrm flipH="1">
            <a:off x="14977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tângulo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tângulo 21"/>
          <p:cNvSpPr/>
          <p:nvPr/>
        </p:nvSpPr>
        <p:spPr>
          <a:xfrm flipH="1">
            <a:off x="226683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 flipH="1">
            <a:off x="254935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tângulo 29"/>
          <p:cNvSpPr/>
          <p:nvPr/>
        </p:nvSpPr>
        <p:spPr>
          <a:xfrm>
            <a:off x="278711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68032" y="1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Conector reto 8"/>
          <p:cNvCxnSpPr/>
          <p:nvPr/>
        </p:nvCxnSpPr>
        <p:spPr>
          <a:xfrm flipV="1">
            <a:off x="363195" y="1885028"/>
            <a:ext cx="878262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upo 9"/>
          <p:cNvGrpSpPr/>
          <p:nvPr/>
        </p:nvGrpSpPr>
        <p:grpSpPr>
          <a:xfrm rot="5400000">
            <a:off x="8514583" y="1219200"/>
            <a:ext cx="132763" cy="128467"/>
            <a:chOff x="6668087" y="1297746"/>
            <a:chExt cx="161840" cy="156602"/>
          </a:xfrm>
        </p:grpSpPr>
        <p:cxnSp>
          <p:nvCxnSpPr>
            <p:cNvPr id="15" name="Conector reto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 bwMode="grayWhite">
          <a:xfrm>
            <a:off x="914400" y="441252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68032" y="1893782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grpSp>
        <p:nvGrpSpPr>
          <p:cNvPr id="14" name="Grupo 13"/>
          <p:cNvGrpSpPr/>
          <p:nvPr/>
        </p:nvGrpSpPr>
        <p:grpSpPr>
          <a:xfrm rot="5400000">
            <a:off x="8666983" y="1371600"/>
            <a:ext cx="132763" cy="128467"/>
            <a:chOff x="6668087" y="1297746"/>
            <a:chExt cx="161840" cy="156602"/>
          </a:xfrm>
        </p:grpSpPr>
        <p:cxnSp>
          <p:nvCxnSpPr>
            <p:cNvPr id="11" name="Conector reto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/>
          <p:cNvGrpSpPr/>
          <p:nvPr/>
        </p:nvGrpSpPr>
        <p:grpSpPr>
          <a:xfrm rot="5400000">
            <a:off x="8320089" y="1474763"/>
            <a:ext cx="132763" cy="128467"/>
            <a:chOff x="6668087" y="1297746"/>
            <a:chExt cx="161840" cy="156602"/>
          </a:xfrm>
        </p:grpSpPr>
        <p:cxnSp>
          <p:nvCxnSpPr>
            <p:cNvPr id="19" name="Conector reto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77000" y="55500"/>
            <a:ext cx="2133600" cy="365125"/>
          </a:xfrm>
        </p:spPr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55500"/>
            <a:ext cx="5562600" cy="365125"/>
          </a:xfrm>
        </p:spPr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55500"/>
            <a:ext cx="457200" cy="365125"/>
          </a:xfrm>
        </p:spPr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tângulo 11"/>
          <p:cNvSpPr/>
          <p:nvPr/>
        </p:nvSpPr>
        <p:spPr>
          <a:xfrm>
            <a:off x="309559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tângulo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tângulo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tângulo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477000" y="6416676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AEC716FF-BDB2-4C86-81B9-A7CFA0808473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416676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610600" y="6416676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A3C91D6-3582-409F-ABF0-88CF153436FF}" type="slidenum">
              <a:rPr lang="pt-BR" smtClean="0"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5786" y="857232"/>
            <a:ext cx="8072495" cy="1428760"/>
          </a:xfrm>
        </p:spPr>
        <p:txBody>
          <a:bodyPr/>
          <a:lstStyle/>
          <a:p>
            <a:pPr algn="ctr"/>
            <a:r>
              <a:rPr lang="pt-BR" dirty="0" smtClean="0"/>
              <a:t>Gerenciamento de alunos com Java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00035" y="4929199"/>
            <a:ext cx="7772400" cy="722942"/>
          </a:xfrm>
        </p:spPr>
        <p:txBody>
          <a:bodyPr/>
          <a:lstStyle/>
          <a:p>
            <a:r>
              <a:rPr lang="pt-BR" dirty="0" smtClean="0"/>
              <a:t>Alunos: José Nilson e Larissa Bonfim</a:t>
            </a:r>
            <a:endParaRPr lang="pt-BR" dirty="0"/>
          </a:p>
        </p:txBody>
      </p:sp>
      <p:pic>
        <p:nvPicPr>
          <p:cNvPr id="4" name="Imagem 3" descr="226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2" y="2428868"/>
            <a:ext cx="1785951" cy="2000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8662" y="428604"/>
            <a:ext cx="7772400" cy="914400"/>
          </a:xfrm>
        </p:spPr>
        <p:txBody>
          <a:bodyPr/>
          <a:lstStyle/>
          <a:p>
            <a:pPr algn="ctr"/>
            <a:r>
              <a:rPr lang="pt-BR" dirty="0" smtClean="0"/>
              <a:t>Camada </a:t>
            </a:r>
            <a:r>
              <a:rPr lang="pt-BR" dirty="0" err="1" smtClean="0"/>
              <a:t>Model</a:t>
            </a:r>
            <a:endParaRPr lang="pt-BR" dirty="0"/>
          </a:p>
        </p:txBody>
      </p:sp>
      <p:pic>
        <p:nvPicPr>
          <p:cNvPr id="6" name="Espaço Reservado para Conteúdo 5" descr="WhatsApp Image 2025-11-24 at 15.20.46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1643050"/>
            <a:ext cx="3929090" cy="3929090"/>
          </a:xfrm>
        </p:spPr>
      </p:pic>
      <p:pic>
        <p:nvPicPr>
          <p:cNvPr id="7" name="Imagem 6" descr="WhatsApp Image 2025-11-24 at 15.20.46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2" y="1643050"/>
            <a:ext cx="3929090" cy="3929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Camada </a:t>
            </a:r>
            <a:r>
              <a:rPr lang="pt-BR" dirty="0" err="1" smtClean="0"/>
              <a:t>Controller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Espaço Reservado para Conteúdo 3" descr="WhatsApp Image 2025-11-24 at 15.20.47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771" y="1784350"/>
            <a:ext cx="4499658" cy="4572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Camada </a:t>
            </a:r>
            <a:r>
              <a:rPr lang="pt-BR" dirty="0" err="1" smtClean="0"/>
              <a:t>Service</a:t>
            </a:r>
            <a:endParaRPr lang="pt-BR" dirty="0"/>
          </a:p>
        </p:txBody>
      </p:sp>
      <p:pic>
        <p:nvPicPr>
          <p:cNvPr id="6" name="Espaço Reservado para Conteúdo 5" descr="WhatsApp Image 2025-11-24 at 15.20.47 (1)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546" y="1500174"/>
            <a:ext cx="5072098" cy="4856176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Camada </a:t>
            </a:r>
            <a:r>
              <a:rPr lang="pt-BR" dirty="0" err="1" smtClean="0"/>
              <a:t>Repository</a:t>
            </a:r>
            <a:endParaRPr lang="pt-BR" dirty="0"/>
          </a:p>
        </p:txBody>
      </p:sp>
      <p:pic>
        <p:nvPicPr>
          <p:cNvPr id="4" name="Espaço Reservado para Conteúdo 3" descr="WhatsApp Image 2025-11-24 at 15.20.47 (2)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670" y="1785926"/>
            <a:ext cx="5143536" cy="328614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 </a:t>
            </a:r>
            <a:r>
              <a:rPr lang="pt-BR" dirty="0" err="1" smtClean="0"/>
              <a:t>Post</a:t>
            </a:r>
            <a:r>
              <a:rPr lang="pt-BR" dirty="0" smtClean="0"/>
              <a:t> e </a:t>
            </a:r>
            <a:r>
              <a:rPr lang="pt-BR" dirty="0" err="1" smtClean="0"/>
              <a:t>Put</a:t>
            </a:r>
            <a:r>
              <a:rPr lang="pt-BR" dirty="0" smtClean="0"/>
              <a:t> no HTML</a:t>
            </a:r>
            <a:endParaRPr lang="pt-BR" dirty="0"/>
          </a:p>
        </p:txBody>
      </p:sp>
      <p:pic>
        <p:nvPicPr>
          <p:cNvPr id="8" name="Espaço Reservado para Conteúdo 7" descr="WhatsApp Image 2025-11-24 at 15.20.47 (3)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0298" y="1500174"/>
            <a:ext cx="4429156" cy="485617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7224" y="357166"/>
            <a:ext cx="7772400" cy="1214446"/>
          </a:xfrm>
        </p:spPr>
        <p:txBody>
          <a:bodyPr/>
          <a:lstStyle/>
          <a:p>
            <a:pPr algn="ctr"/>
            <a:r>
              <a:rPr lang="pt-BR" dirty="0" smtClean="0"/>
              <a:t>Método delete e pesquisa por turma</a:t>
            </a:r>
            <a:endParaRPr lang="pt-BR" dirty="0"/>
          </a:p>
        </p:txBody>
      </p:sp>
      <p:pic>
        <p:nvPicPr>
          <p:cNvPr id="4" name="Espaço Reservado para Conteúdo 3" descr="WhatsApp Image 2025-11-24 at 15.20.48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108" y="1714488"/>
            <a:ext cx="5283926" cy="45720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8662" y="357166"/>
            <a:ext cx="7772400" cy="1202424"/>
          </a:xfrm>
        </p:spPr>
        <p:txBody>
          <a:bodyPr/>
          <a:lstStyle/>
          <a:p>
            <a:pPr algn="ctr"/>
            <a:r>
              <a:rPr lang="pt-BR" dirty="0" smtClean="0"/>
              <a:t>Barra de pesquisa por turma e cadastro</a:t>
            </a:r>
            <a:endParaRPr lang="pt-BR" dirty="0"/>
          </a:p>
        </p:txBody>
      </p:sp>
      <p:pic>
        <p:nvPicPr>
          <p:cNvPr id="4" name="Espaço Reservado para Conteúdo 3" descr="WhatsApp Image 2025-11-24 at 15.20.48 (1)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852" y="1785926"/>
            <a:ext cx="6143668" cy="428628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Site em funcionamento</a:t>
            </a:r>
            <a:endParaRPr lang="pt-BR" dirty="0"/>
          </a:p>
        </p:txBody>
      </p:sp>
      <p:pic>
        <p:nvPicPr>
          <p:cNvPr id="4" name="Espaço Reservado para Conteúdo 3" descr="WhatsApp Image 2025-11-24 at 15.20.49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8859" y="1784350"/>
            <a:ext cx="3883482" cy="45720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trô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ô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28</TotalTime>
  <Words>42</Words>
  <Application>Microsoft Office PowerPoint</Application>
  <PresentationFormat>Apresentação na tela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Metrô</vt:lpstr>
      <vt:lpstr>Gerenciamento de alunos com Java</vt:lpstr>
      <vt:lpstr>Camada Model</vt:lpstr>
      <vt:lpstr>Camada Controller </vt:lpstr>
      <vt:lpstr>Camada Service</vt:lpstr>
      <vt:lpstr>Camada Repository</vt:lpstr>
      <vt:lpstr>Método Post e Put no HTML</vt:lpstr>
      <vt:lpstr>Método delete e pesquisa por turma</vt:lpstr>
      <vt:lpstr>Barra de pesquisa por turma e cadastro</vt:lpstr>
      <vt:lpstr>Site em funcionamento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 de alunos com Java</dc:title>
  <dc:creator>Aluno</dc:creator>
  <cp:lastModifiedBy>Aluno</cp:lastModifiedBy>
  <cp:revision>3</cp:revision>
  <dcterms:created xsi:type="dcterms:W3CDTF">2025-11-24T18:21:46Z</dcterms:created>
  <dcterms:modified xsi:type="dcterms:W3CDTF">2025-11-24T18:50:25Z</dcterms:modified>
</cp:coreProperties>
</file>